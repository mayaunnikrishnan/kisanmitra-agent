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692640" y="4297680"/>
            <a:ext cx="2011680" cy="20116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KISANMITRA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4008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Agent for Government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Subsidy Discovery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Indian farmers find the right scheme, without wading through paperwork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59436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2E5E3C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5943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Agents for Good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46320" y="5943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x Google — 5-Day AI Agents Intensive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schemes exist. Finding the right one doesn't.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dozens of agricultural subsidy schemes — income support, crop insurance, low-interest credit, solar pump subsidies, irrigation and mechanization grants.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reach tens of millions of farmers — but most farmers either rely on word-of-mouth, miss schemes entirely, or give up navigating government portals.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discovery problem, not a content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8288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40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40664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central schemes a farmer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qualify for at once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06640" y="3794760"/>
            <a:ext cx="3657600" cy="0"/>
          </a:xfrm>
          <a:prstGeom prst="line">
            <a:avLst/>
          </a:prstGeom>
          <a:noFill/>
          <a:ln w="12700">
            <a:solidFill>
              <a:srgbClr val="E3E0D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023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3931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of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7406640" y="4754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farmers are potential beneficiaries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these schemes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Agent — Not a Search Bar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doesn't think in scheme names. They think in terms of their own land, crop, and situation.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7947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777240" cy="777240"/>
          </a:xfrm>
          <a:prstGeom prst="ellipse">
            <a:avLst/>
          </a:prstGeom>
          <a:solidFill>
            <a:srgbClr val="EAF1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14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clarification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natural follow-up when details are missing, instead of failing silently.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7947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331720"/>
            <a:ext cx="777240" cy="777240"/>
          </a:xfrm>
          <a:prstGeom prst="ellipse">
            <a:avLst/>
          </a:prstGeom>
          <a:solidFill>
            <a:srgbClr val="EAF1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over rules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9776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land size, crop, category, and state against several schemes at once.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7947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331720"/>
            <a:ext cx="777240" cy="777240"/>
          </a:xfrm>
          <a:prstGeom prst="ellipse">
            <a:avLst/>
          </a:prstGeom>
          <a:solidFill>
            <a:srgbClr val="EAF1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translation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75320" y="39776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dense scheme language into a clear, confident next step.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solidFill>
            <a:srgbClr val="1F4D2C"/>
          </a:solidFill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Model + Harness</a:t>
            </a:r>
            <a:pPr algn="l" indent="0" marL="0">
              <a:buNone/>
            </a:pPr>
            <a:r>
              <a:rPr lang="en-US" sz="1300" dirty="0">
                <a:solidFill>
                  <a:srgbClr val="CA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model reasons over the farmer's situation; the harness keeps that reasoning grounded and safe.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A separate skill for knowledge. An independent safety check.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2A2E27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691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(User)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286000"/>
            <a:ext cx="0" cy="41148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51960" y="2697480"/>
            <a:ext cx="3657600" cy="868680"/>
          </a:xfrm>
          <a:prstGeom prst="roundRect">
            <a:avLst>
              <a:gd name="adj" fmla="val 12632"/>
            </a:avLst>
          </a:prstGeom>
          <a:solidFill>
            <a:srgbClr val="1F4D2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8803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2743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Kisanmitra Agent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+ Gemini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20640" y="3566160"/>
            <a:ext cx="0" cy="32004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0" y="3566160"/>
            <a:ext cx="0" cy="32004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3886200"/>
            <a:ext cx="1920240" cy="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3120" y="3886200"/>
            <a:ext cx="0" cy="32004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058400" y="3886200"/>
            <a:ext cx="0" cy="320040"/>
          </a:xfrm>
          <a:prstGeom prst="line">
            <a:avLst/>
          </a:prstGeom>
          <a:noFill/>
          <a:ln w="19050">
            <a:solidFill>
              <a:srgbClr val="5C635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0080" y="4206240"/>
            <a:ext cx="4206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34840"/>
            <a:ext cx="457200" cy="45720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48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Skill: subsidy_eligibility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14400" y="5029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— when &amp; how to apply scheme logic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references/schemes.md — eligibility data for 6 schemes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40880" y="4206240"/>
            <a:ext cx="4206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348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Guardrail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0" y="5029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check_output_safety() runs in code, before any reply is shown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sensitive-data requests &amp; overconfident claims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Conversation to Concrete Next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6401F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45920"/>
            <a:ext cx="3657600" cy="502920"/>
          </a:xfrm>
          <a:prstGeom prst="roundRect">
            <a:avLst>
              <a:gd name="adj" fmla="val 54545"/>
            </a:avLst>
          </a:prstGeom>
          <a:solidFill>
            <a:srgbClr val="2E5E3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acres, Kerala, tomatoes, marginal farmer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6888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income support — may qualify based on landholding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88620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2336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PMKSY — Per Drop More Crop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Drip irrigation subsidy — next step: Kerala Horticulture Mission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by design — “likely eligible,” never guaranteed.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Concepts Demonstrated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411480" cy="41148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1984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(ADK)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20840" y="23591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conversational agent built with Google's Agent Development Kit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411480" cy="41148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3035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3410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knowledge lives in a dedicated, swappable Skill folder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0"/>
            <a:ext cx="411480" cy="41148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4087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44622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code-level guardrail, not just prompt instructions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5349240"/>
            <a:ext cx="5394960" cy="0"/>
          </a:xfrm>
          <a:prstGeom prst="line">
            <a:avLst/>
          </a:prstGeom>
          <a:noFill/>
          <a:ln w="12700">
            <a:solidFill>
              <a:srgbClr val="3A6B47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557784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58368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github.com/mayaunnikrishnan/kisanmitra-agent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KisanMitra - AI Agent for Subsidy Discovery</dc:title>
  <dc:subject>PptxGenJS Presentation</dc:subject>
  <dc:creator>Maya Unnikrishnan</dc:creator>
  <cp:lastModifiedBy>Maya Unnikrishnan</cp:lastModifiedBy>
  <cp:revision>1</cp:revision>
  <dcterms:created xsi:type="dcterms:W3CDTF">2026-06-28T06:49:18Z</dcterms:created>
  <dcterms:modified xsi:type="dcterms:W3CDTF">2026-06-28T06:49:18Z</dcterms:modified>
</cp:coreProperties>
</file>